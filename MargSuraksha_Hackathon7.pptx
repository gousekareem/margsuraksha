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286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02952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228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FF"/>
                </a:solidFill>
              </a:rPr>
              <a:t>HACKATHON 7.0  |  NHAI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0" y="914400"/>
            <a:ext cx="3200400" cy="3200400"/>
          </a:xfrm>
          <a:prstGeom prst="ellipse">
            <a:avLst/>
          </a:prstGeom>
          <a:solidFill>
            <a:srgbClr val="102952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1371600"/>
            <a:ext cx="1828800" cy="1828800"/>
          </a:xfrm>
          <a:prstGeom prst="ellipse">
            <a:avLst/>
          </a:prstGeom>
          <a:solidFill>
            <a:srgbClr val="1A4A8A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737360"/>
            <a:ext cx="1005840" cy="1005840"/>
          </a:xfrm>
          <a:prstGeom prst="ellipse">
            <a:avLst/>
          </a:prstGeom>
          <a:solidFill>
            <a:srgbClr val="00C6FF">
              <a:alpha val="7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MargSuraksha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India's Roads,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 at a Time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65760" y="3383280"/>
            <a:ext cx="41148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NHAI Datalake 3.0  </a:t>
            </a:r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|  Team MargSuraksha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4663440"/>
            <a:ext cx="91440" cy="914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5" name="Shape 12"/>
          <p:cNvSpPr/>
          <p:nvPr/>
        </p:nvSpPr>
        <p:spPr>
          <a:xfrm>
            <a:off x="768096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6" name="Shape 13"/>
          <p:cNvSpPr/>
          <p:nvPr/>
        </p:nvSpPr>
        <p:spPr>
          <a:xfrm>
            <a:off x="969264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7" name="Shape 14"/>
          <p:cNvSpPr/>
          <p:nvPr/>
        </p:nvSpPr>
        <p:spPr>
          <a:xfrm>
            <a:off x="1170432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5C"/>
                </a:solidFill>
              </a:rPr>
              <a:t>THE GROUND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in the Field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600200"/>
            <a:ext cx="2743200" cy="54864"/>
          </a:xfrm>
          <a:prstGeom prst="rect">
            <a:avLst/>
          </a:prstGeom>
          <a:solidFill>
            <a:srgbClr val="FF3B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Zones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field staff operate in remote highways &amp; tunnels with NO internet. Cloud-based tools become useless exactly when needed most.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160020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288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and buddy-punching go unchecked. Paper logs are easily forged. Accountability is an illusion.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16" name="Shape 12"/>
          <p:cNvSpPr/>
          <p:nvPr/>
        </p:nvSpPr>
        <p:spPr>
          <a:xfrm>
            <a:off x="6172200" y="1600200"/>
            <a:ext cx="2743200" cy="54864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Spoofing Risk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checks fail against printed photos. No liveness verification means anyone can impersonate field personnel.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Every day without a fix is a day the system fails India's infrastructure workers.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</a:rPr>
              <a:t>WHY EXISTING SOLUTIONS FAIL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No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91440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5C"/>
                </a:solidFill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Cloud-Dependent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Crash the moment connectivity drops. India's NHAI corridors have vast dead zones — no signal, no auth, no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Heavy ML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99923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ResNet-50, FaceNet — too large, too slow for mid-range Android phones used in the field. Inference takes 3-8 seconds.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657600"/>
            <a:ext cx="54864" cy="914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Indian Demographic 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Most COTS face recognition is trained on Western datasets. Accuracy drops 15-30% on Indian skin tones and faces.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6FF"/>
                </a:solidFill>
              </a:rPr>
              <a:t>The gap between what exists and what India needs is where MargSuraksha lives.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C6FF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MargSuraksha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A0"/>
                </a:solidFill>
              </a:rPr>
              <a:t>Offline-First · Liveness-Verified · Secure Attendance for NHAI Field Personnel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011680"/>
            <a:ext cx="265176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240280"/>
            <a:ext cx="914400" cy="914400"/>
          </a:xfrm>
          <a:prstGeom prst="ellipse">
            <a:avLst/>
          </a:prstGeom>
          <a:solidFill>
            <a:srgbClr val="00C6FF">
              <a:alpha val="1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50008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Offline AI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1148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Works without internet. Fully on-device face recognition. No connectivity required.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2011680"/>
            <a:ext cx="265176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Shape 11"/>
          <p:cNvSpPr/>
          <p:nvPr/>
        </p:nvSpPr>
        <p:spPr>
          <a:xfrm>
            <a:off x="4069080" y="2240280"/>
            <a:ext cx="914400" cy="91440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350008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Liveness Guard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33756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Detects spoof attempts in real-time. Passive texture + active challenge verification.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9" name="Shape 15"/>
          <p:cNvSpPr/>
          <p:nvPr/>
        </p:nvSpPr>
        <p:spPr>
          <a:xfrm>
            <a:off x="6126480" y="2011680"/>
            <a:ext cx="26517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Shape 16"/>
          <p:cNvSpPr/>
          <p:nvPr/>
        </p:nvSpPr>
        <p:spPr>
          <a:xfrm>
            <a:off x="6995160" y="2240280"/>
            <a:ext cx="914400" cy="914400"/>
          </a:xfrm>
          <a:prstGeom prst="ellipse">
            <a:avLst/>
          </a:prstGeom>
          <a:solidFill>
            <a:srgbClr val="FFD166">
              <a:alpha val="1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350008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Secure Sync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26364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Encrypted local store. Background sync to AWS S3. Purges only on confirmed receipt.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User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14400" cy="914400"/>
          </a:xfrm>
          <a:prstGeom prst="ellipse">
            <a:avLst/>
          </a:prstGeom>
          <a:solidFill>
            <a:srgbClr val="00C6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83080" y="1728216"/>
            <a:ext cx="502920" cy="54864"/>
          </a:xfrm>
          <a:prstGeom prst="rect">
            <a:avLst/>
          </a:prstGeom>
          <a:solidFill>
            <a:srgbClr val="00C6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6FF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2423160"/>
            <a:ext cx="196596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Field worker launches MargSuraksha. No login required — device identity pre-enrolled.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0088" y="1325880"/>
            <a:ext cx="914400" cy="914400"/>
          </a:xfrm>
          <a:prstGeom prst="ellipse">
            <a:avLst/>
          </a:prstGeom>
          <a:solidFill>
            <a:srgbClr val="00E5A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95928" y="1728216"/>
            <a:ext cx="502920" cy="54864"/>
          </a:xfrm>
          <a:prstGeom prst="rect">
            <a:avLst/>
          </a:prstGeom>
          <a:solidFill>
            <a:srgbClr val="00E5A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423160"/>
            <a:ext cx="196596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Scan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32888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Camera activates. MobileFaceNet model runs entirely on-device. No data leaves the phone.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02936" y="1325880"/>
            <a:ext cx="914400" cy="914400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02936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08776" y="1728216"/>
            <a:ext cx="502920" cy="54864"/>
          </a:xfrm>
          <a:prstGeom prst="rect">
            <a:avLst/>
          </a:prstGeom>
          <a:solidFill>
            <a:srgbClr val="FFD166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0256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81728" y="2423160"/>
            <a:ext cx="19659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Liveness Check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45736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Passive anti-spoof detects texture anomalies. Active challenge: blink or turn head.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15784" y="1325880"/>
            <a:ext cx="914400" cy="914400"/>
          </a:xfrm>
          <a:prstGeom prst="ellipse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15784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894576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894576" y="2423160"/>
            <a:ext cx="19659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958584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 Logged Locally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58584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Verified timestamp + face embedding encrypted in SQLite. Syncs to cloud when signal returns.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THE AI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INT8 Quant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0FE"/>
                </a:solidFill>
              </a:rPr>
              <a:t>Engineered for field-grade devices.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F0FE"/>
                </a:solidFill>
              </a:rPr>
              <a:t>Not cloud servers.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2608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45720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8" name="Shape 5"/>
          <p:cNvSpPr/>
          <p:nvPr/>
        </p:nvSpPr>
        <p:spPr>
          <a:xfrm>
            <a:off x="4389120" y="457200"/>
            <a:ext cx="201168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777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6FF"/>
                </a:solidFill>
              </a:rPr>
              <a:t>~10 MB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3891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Model Size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65176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651760"/>
            <a:ext cx="20116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</a:rPr>
              <a:t>&lt;1 sec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3891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Inference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45720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457200"/>
            <a:ext cx="20116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777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</a:rPr>
              <a:t>&gt;95%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6751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Face Match Accuracy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265176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0" name="Shape 17"/>
          <p:cNvSpPr/>
          <p:nvPr/>
        </p:nvSpPr>
        <p:spPr>
          <a:xfrm>
            <a:off x="6675120" y="2651760"/>
            <a:ext cx="201168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INT8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6751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Quantization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0624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9BB"/>
                </a:solidFill>
              </a:rPr>
              <a:t>Trained on diverse Indian demographic datasets for high real-world accuracy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LIVENESS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Fool It With a Photo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00C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FF"/>
                </a:solidFill>
              </a:rPr>
              <a:t>Passive Anti-Spoof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Always-on, zero user friction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Analyzes skin texture frequency 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Detects reflective anomalies from printed photos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Identifies moiré patterns from screen replays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Runs simultaneously with face recognition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3931920" cy="338328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00E5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A0"/>
                </a:solidFill>
              </a:rPr>
              <a:t>Active Challenge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292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Randomized, unfakeable prompts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Random blink detection challenge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Head turn left / right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Smile or nod prompts (configurable)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Challenge changes each session — no replay attacks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OFFLINE-FIRST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 World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246888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737360"/>
            <a:ext cx="914400" cy="914400"/>
          </a:xfrm>
          <a:prstGeom prst="ellipse">
            <a:avLst/>
          </a:prstGeom>
          <a:solidFill>
            <a:srgbClr val="00C6FF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47088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On-Device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Face match + liveness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result stored instantly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in encrypted SQLite DB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71800" y="3063240"/>
            <a:ext cx="256032" cy="5486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2" name="Text 9"/>
          <p:cNvSpPr/>
          <p:nvPr/>
        </p:nvSpPr>
        <p:spPr>
          <a:xfrm>
            <a:off x="3182112" y="2944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508760"/>
            <a:ext cx="2468880" cy="6400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5" name="Shape 12"/>
          <p:cNvSpPr/>
          <p:nvPr/>
        </p:nvSpPr>
        <p:spPr>
          <a:xfrm>
            <a:off x="4069080" y="1737360"/>
            <a:ext cx="914400" cy="914400"/>
          </a:xfrm>
          <a:prstGeom prst="ellipse">
            <a:avLst/>
          </a:prstGeom>
          <a:solidFill>
            <a:srgbClr val="1A4A8A">
              <a:alpha val="2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847088"/>
            <a:ext cx="694944" cy="6949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Background Sync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8328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AWS SDK monitors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connectivity. Batches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syncs when online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806440" y="3063240"/>
            <a:ext cx="256032" cy="5486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20" name="Text 16"/>
          <p:cNvSpPr/>
          <p:nvPr/>
        </p:nvSpPr>
        <p:spPr>
          <a:xfrm>
            <a:off x="6016752" y="2944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2" name="Shape 18"/>
          <p:cNvSpPr/>
          <p:nvPr/>
        </p:nvSpPr>
        <p:spPr>
          <a:xfrm>
            <a:off x="6126480" y="1508760"/>
            <a:ext cx="24688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3" name="Shape 19"/>
          <p:cNvSpPr/>
          <p:nvPr/>
        </p:nvSpPr>
        <p:spPr>
          <a:xfrm>
            <a:off x="6903720" y="1737360"/>
            <a:ext cx="914400" cy="91440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847088"/>
            <a:ext cx="694944" cy="6949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Confirm &amp; Purge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1792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S3 confirms receipt.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Local record purged.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Audit trail preserved.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28" name="Text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5A0"/>
                </a:solidFill>
              </a:rPr>
              <a:t>🔐  AES-256 encryption at rest  ·  TLS 1.3 in transit  ·  Zero plaintext ever touches storage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166"/>
                </a:solidFill>
              </a:rPr>
              <a:t>REACT NATIVE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Cross-Platform. Plug-In Ready.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79552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</a:rPr>
              <a:t>Native TFLite Bridge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19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Custom C++ native module bridges TensorFlow Lite directly to React Native — no performance penalty, no wrapper overhead.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04288"/>
            <a:ext cx="54864" cy="79552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50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Android 8.0+ / iOS 12+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Covers 98%+ of field devices. Optimized for Snapdragon 430/450 and MediaTek Helio P22 — the actual phones NHAI staff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91256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191256"/>
            <a:ext cx="54864" cy="7955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36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Datalake 3.0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REST API layer pre-built for NHAI Datalake 3.0 integration. Plug-in architecture allows zero-code deployment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78224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4078224"/>
            <a:ext cx="54864" cy="7955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23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Hot Module Replacement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480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Model updates pushed OTA without app store submissions. New face embeddings deploy instantly across all field devices.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PERFORMANCE 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Claim. We Prove.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MargSuraksha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 Size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~10 MB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&lt; 50 MB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Inference Speed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&lt; 1 second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&lt; 3 seconds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Face Match 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&gt; 95%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&gt; 90%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 Compatibility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Android 8+ / iOS 12+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Android 9+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Offline Support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Full offline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Partial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OPEN SOURCE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Auditable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99616"/>
            <a:ext cx="457200" cy="4572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70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53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TensorFlow Lite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764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On-device ML inference engine. Google-backed, production-proven.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30552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212848"/>
            <a:ext cx="457200" cy="457200"/>
          </a:xfrm>
          <a:prstGeom prst="ellipse">
            <a:avLst/>
          </a:prstGeom>
          <a:solidFill>
            <a:srgbClr val="00C6FF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F"/>
                </a:solidFill>
              </a:rPr>
              <a:t>MobileFaceNet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05840" y="24780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Lightweight face embedding model. &lt;10MB, &gt;95% accuracy on edge devices.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43784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" y="2926080"/>
            <a:ext cx="457200" cy="457200"/>
          </a:xfrm>
          <a:prstGeom prst="ellipse">
            <a:avLst/>
          </a:prstGeom>
          <a:solidFill>
            <a:srgbClr val="1A4A8A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535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A8A"/>
                </a:solidFill>
              </a:rPr>
              <a:t>React Native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05840" y="31912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Cross-platform mobile framework. Single codebase, Android + iOS deploy.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557016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1" name="Shape 16"/>
          <p:cNvSpPr/>
          <p:nvPr/>
        </p:nvSpPr>
        <p:spPr>
          <a:xfrm>
            <a:off x="411480" y="3639312"/>
            <a:ext cx="457200" cy="457200"/>
          </a:xfrm>
          <a:prstGeom prst="ellipse">
            <a:avLst/>
          </a:prstGeom>
          <a:solidFill>
            <a:srgbClr val="FFD166">
              <a:alpha val="2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6674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593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SQLite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05840" y="3904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Embedded encrypted database. Battle-tested in billions of mobile apps.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70248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4352544"/>
            <a:ext cx="457200" cy="45720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7997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306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AWS SDK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005840" y="4617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Reliable cloud sync to S3. Retry logic, offline queuing, audit logging.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100% open source. Fully auditable.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0C6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E5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here to propose.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to build."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</a:rPr>
              <a:t>— Team MargSuraksha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6000" y="4251960"/>
            <a:ext cx="45720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BB"/>
                </a:solidFill>
              </a:rPr>
              <a:t>HACKATHON 7.0  ·  NHAI DATALAKE 3.0  ·  TEAM MARGSURAKSHA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MargSuraksha - NHAI Hackathon 7.0</dc:title>
  <dc:subject>PptxGenJS Presentation</dc:subject>
  <dc:creator>PptxGenJS</dc:creator>
  <cp:lastModifiedBy>PptxGenJS</cp:lastModifiedBy>
  <cp:revision>1</cp:revision>
  <dcterms:created xsi:type="dcterms:W3CDTF">2026-06-05T04:41:03Z</dcterms:created>
  <dcterms:modified xsi:type="dcterms:W3CDTF">2026-06-05T04:41:03Z</dcterms:modified>
</cp:coreProperties>
</file>